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0" r:id="rId13"/>
    <p:sldId id="266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Matilda in an ESL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Course: Anglo-American Culture</a:t>
            </a:r>
            <a:r>
              <a:rPr lang="en-US" dirty="0"/>
              <a:t>.</a:t>
            </a:r>
            <a:endParaRPr dirty="0"/>
          </a:p>
          <a:p>
            <a:r>
              <a:rPr dirty="0"/>
              <a:t>Topic: Teaching Matilda</a:t>
            </a:r>
            <a:r>
              <a:rPr lang="en-US" dirty="0"/>
              <a:t> .</a:t>
            </a:r>
            <a:endParaRPr dirty="0"/>
          </a:p>
          <a:p>
            <a:r>
              <a:rPr dirty="0"/>
              <a:t>Name:</a:t>
            </a:r>
            <a:r>
              <a:rPr lang="en-US" dirty="0"/>
              <a:t> Ahmad</a:t>
            </a:r>
            <a:r>
              <a:rPr dirty="0"/>
              <a:t> </a:t>
            </a:r>
            <a:r>
              <a:rPr lang="en-US" dirty="0" err="1"/>
              <a:t>Hasnain</a:t>
            </a:r>
            <a:r>
              <a:rPr lang="en-US" dirty="0"/>
              <a:t> .</a:t>
            </a:r>
            <a:endParaRPr lang="en-US" dirty="0"/>
          </a:p>
          <a:p>
            <a:r>
              <a:rPr lang="en-US" dirty="0"/>
              <a:t>ID: 302630197.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Age: 12–15 (Secondary)</a:t>
            </a:r>
          </a:p>
          <a:p>
            <a:r>
              <a:t>Level: Intermediate ESL</a:t>
            </a:r>
          </a:p>
          <a:p>
            <a:r>
              <a:t>Setting: International classroom</a:t>
            </a:r>
          </a:p>
          <a:p>
            <a:r>
              <a:t>Students respect authority</a:t>
            </a:r>
          </a:p>
          <a:p>
            <a:r>
              <a:t>Limited exposure to Western culture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Matilda?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engaging language</a:t>
            </a:r>
          </a:p>
          <a:p>
            <a:r>
              <a:t>Relatable school setting</a:t>
            </a:r>
          </a:p>
          <a:p>
            <a:r>
              <a:t>Introduces independence</a:t>
            </a:r>
          </a:p>
          <a:p>
            <a:r>
              <a:t>Challenge: cultural differences in authority and humor</a:t>
            </a:r>
          </a:p>
        </p:txBody>
      </p:sp>
      <p:pic>
        <p:nvPicPr>
          <p:cNvPr id="4" name="Picture 3" descr="Screenshot_20260418_1149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395" y="4227830"/>
            <a:ext cx="4052570" cy="2331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British Cultural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Individualism</a:t>
            </a:r>
          </a:p>
          <a:p>
            <a:r>
              <a:t>2. Resistance to Authority</a:t>
            </a:r>
          </a:p>
          <a:p>
            <a:r>
              <a:t>3. Humor and Discipline</a:t>
            </a:r>
          </a:p>
        </p:txBody>
      </p:sp>
      <p:pic>
        <p:nvPicPr>
          <p:cNvPr id="4" name="Picture 3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475" y="1376045"/>
            <a:ext cx="3041015" cy="2824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Matilda is independent</a:t>
            </a:r>
          </a:p>
          <a:p>
            <a:r>
              <a:t>Reads and solves problems alone</a:t>
            </a:r>
          </a:p>
          <a:p>
            <a:r>
              <a:t>Students learn different thinking styles</a:t>
            </a:r>
          </a:p>
        </p:txBody>
      </p:sp>
      <p:pic>
        <p:nvPicPr>
          <p:cNvPr id="4" name="Picture 3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2335" y="3824605"/>
            <a:ext cx="4298950" cy="2876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Resistance to 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Matilda challenges unfair rules</a:t>
            </a:r>
          </a:p>
          <a:p>
            <a:r>
              <a:t>Encourages critical thinking</a:t>
            </a:r>
          </a:p>
          <a:p>
            <a:r>
              <a:t>Important contrast with strict cultures</a:t>
            </a:r>
          </a:p>
        </p:txBody>
      </p:sp>
      <p:pic>
        <p:nvPicPr>
          <p:cNvPr id="4" name="Picture 3" descr="images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4625" y="4384040"/>
            <a:ext cx="3733800" cy="2381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Discussion-based learning</a:t>
            </a:r>
          </a:p>
          <a:p>
            <a:r>
              <a:t>Cultural comparisons</a:t>
            </a:r>
          </a:p>
          <a:p>
            <a:r>
              <a:t>Guided questioning</a:t>
            </a:r>
          </a:p>
        </p:txBody>
      </p:sp>
      <p:pic>
        <p:nvPicPr>
          <p:cNvPr id="5" name="Picture 4" descr="aef6ffd4-fc4c-4051-8253-77a49fc11542_450x5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365" y="3561080"/>
            <a:ext cx="4472940" cy="3296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 Play (Matilda vs Trunchbull)</a:t>
            </a:r>
          </a:p>
          <a:p>
            <a:r>
              <a:t>Compare UK vs Home Culture</a:t>
            </a:r>
          </a:p>
          <a:p>
            <a:r>
              <a:t>Group Discussion</a:t>
            </a:r>
          </a:p>
        </p:txBody>
      </p:sp>
      <p:pic>
        <p:nvPicPr>
          <p:cNvPr id="4" name="Picture 3" descr="Screenshot 2026-04-16 2016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3825" y="4027170"/>
            <a:ext cx="3940175" cy="2830830"/>
          </a:xfrm>
          <a:prstGeom prst="rect">
            <a:avLst/>
          </a:prstGeom>
        </p:spPr>
      </p:pic>
      <p:pic>
        <p:nvPicPr>
          <p:cNvPr id="5" name="Picture 4" descr="Screenshot 2026-04-16 2017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2725"/>
            <a:ext cx="4777105" cy="2835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Misunderstandings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difference between disrespect and justice</a:t>
            </a:r>
          </a:p>
          <a:p>
            <a:r>
              <a:t>Encourage respectful discussion</a:t>
            </a:r>
          </a:p>
        </p:txBody>
      </p:sp>
      <p:pic>
        <p:nvPicPr>
          <p:cNvPr id="4" name="Picture 3" descr="images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865" y="3714750"/>
            <a:ext cx="5600700" cy="3143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Link (</a:t>
            </a:r>
            <a:r>
              <a:rPr lang="en-US"/>
              <a:t>culture texts and context</a:t>
            </a:r>
            <a: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of cultures</a:t>
            </a:r>
          </a:p>
          <a:p>
            <a:r>
              <a:t>Skills to compare</a:t>
            </a:r>
          </a:p>
          <a:p>
            <a:r>
              <a:t>Open attitudes</a:t>
            </a:r>
          </a:p>
          <a:p>
            <a:r>
              <a:t>Critical cultural awareness</a:t>
            </a:r>
          </a:p>
          <a:p>
            <a:r>
              <a:rPr lang="en-US"/>
              <a:t>Welcomeing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Culture Difference.</a:t>
            </a:r>
            <a:endParaRPr lang="en-US"/>
          </a:p>
        </p:txBody>
      </p:sp>
      <p:pic>
        <p:nvPicPr>
          <p:cNvPr id="4" name="Content Placeholder 3" descr="images (2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623060"/>
            <a:ext cx="7759065" cy="4747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Matilda teaches language, culture, and thinking</a:t>
            </a:r>
            <a:r>
              <a:rPr lang="en-US"/>
              <a:t>.</a:t>
            </a:r>
          </a:p>
          <a:p>
            <a:r>
              <a:t>Helps students understand global perspectives</a:t>
            </a:r>
            <a:r>
              <a:rPr lang="en-US"/>
              <a:t> and alot of complicated words with continivity.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Open to Questions?</a:t>
            </a:r>
            <a:endParaRPr lang="en-US"/>
          </a:p>
        </p:txBody>
      </p:sp>
      <p:pic>
        <p:nvPicPr>
          <p:cNvPr id="4" name="Content Placeholder 3" descr="images (3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1160" y="1767840"/>
            <a:ext cx="5970270" cy="4234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WPS Presentation</Application>
  <PresentationFormat>On-screen Show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Arial Unicode MS</vt:lpstr>
      <vt:lpstr>Calibri</vt:lpstr>
      <vt:lpstr>Art_mountaineering</vt:lpstr>
      <vt:lpstr>Teaching Matilda in an ESL Context</vt:lpstr>
      <vt:lpstr>Target Context</vt:lpstr>
      <vt:lpstr>Why Matilda?</vt:lpstr>
      <vt:lpstr>British Cultural Values</vt:lpstr>
      <vt:lpstr>Individualism</vt:lpstr>
      <vt:lpstr>Resistance to Authority</vt:lpstr>
      <vt:lpstr>Teaching Approach</vt:lpstr>
      <vt:lpstr>Classroom Activities</vt:lpstr>
      <vt:lpstr>Handling Misunderstandings</vt:lpstr>
      <vt:lpstr>Theoretical Link (Byram ICC)</vt:lpstr>
      <vt:lpstr>PowerPoint 演示文稿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Matilda in an ESL Context</dc:title>
  <dc:creator/>
  <dc:description>generated using python-pptx</dc:description>
  <cp:lastModifiedBy>Naino</cp:lastModifiedBy>
  <cp:revision>7</cp:revision>
  <dcterms:created xsi:type="dcterms:W3CDTF">2013-01-27T09:14:00Z</dcterms:created>
  <dcterms:modified xsi:type="dcterms:W3CDTF">2026-04-18T04:19:36Z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2A7123EE33504926815B810B1406E1E8_12</vt:lpwstr>
  </property>
  <property fmtid="{D5CDD505-2E9C-101B-9397-08002B2CF9AE}" pid="3" name="KSOProductBuildVer">
    <vt:lpwstr>1033-12.2.0.23155</vt:lpwstr>
  </property>
</Properties>
</file>